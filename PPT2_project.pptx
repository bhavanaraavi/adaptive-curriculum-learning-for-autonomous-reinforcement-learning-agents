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3" r:id="rId10"/>
    <p:sldId id="269" r:id="rId11"/>
    <p:sldId id="270" r:id="rId12"/>
    <p:sldId id="271" r:id="rId13"/>
    <p:sldId id="272" r:id="rId14"/>
    <p:sldId id="273" r:id="rId15"/>
    <p:sldId id="276" r:id="rId16"/>
    <p:sldId id="277" r:id="rId17"/>
    <p:sldId id="279" r:id="rId18"/>
    <p:sldId id="280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437" y="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Adaptive Curriculum Learning
for Autonomous Reinforcement Learning Agents</a:t>
            </a:r>
          </a:p>
          <a:p>
            <a:pPr>
              <a:spcBef>
                <a:spcPts val="1800"/>
              </a:spcBef>
            </a:pPr>
            <a:r>
              <a:rPr sz="1900">
                <a:solidFill>
                  <a:srgbClr val="BED2F0"/>
                </a:solidFill>
              </a:rPr>
              <a:t>MiniGrid MultiRoom • PPO • Performance-Driven Difficulty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Bhavana Raavi</a:t>
            </a:r>
          </a:p>
          <a:p>
            <a:r>
              <a:rPr sz="1400" b="0">
                <a:solidFill>
                  <a:srgbClr val="FFFFFF"/>
                </a:solidFill>
              </a:rPr>
              <a:t>BID: B00123226</a:t>
            </a:r>
          </a:p>
          <a:p>
            <a:r>
              <a:rPr sz="1400" b="0">
                <a:solidFill>
                  <a:srgbClr val="FFFFFF"/>
                </a:solidFill>
              </a:rPr>
              <a:t>Course: Data Science</a:t>
            </a:r>
          </a:p>
          <a:p>
            <a:r>
              <a:rPr sz="1400" b="0">
                <a:solidFill>
                  <a:srgbClr val="FFFFFF"/>
                </a:solidFill>
              </a:rPr>
              <a:t>Week 3 – Existing System, Data, Models &amp; Proposed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Project Idea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PROJECT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Build an adaptive curriculum mechanism for autonomous reinforcement learning agents.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Use MiniGrid MultiRoom as the controlled navigation environment.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Train a PPO-based agent through repeated environment interaction.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Automatically increase task difficulty when the agent demonstrates sufficient learning progress.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Target progression: 2 rooms → 4 rooms → 6 rooms.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Research question: Can adaptive difficulty improve learning efficiency compared with non-adaptive training?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Reinforcement Learning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An RL agent learns by interacting with an environment.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At each step, the agent receives an observation and selects an action.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environment returns a reward and the next observation.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agent learns a policy: a strategy for selecting actions from observations.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Training uses experience collected from interaction rather than a conventional labeled dataset.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Key measures include success rate, reward, episode steps and training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Existing Technology: Farama MiniGrid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EXISTING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MiniGrid is an existing Farama Foundation project for lightweight grid-world reinforcement learning.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It provides configurable environments, observations, actions, rewards and episode termination.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MultiRoom is an existing MiniGrid navigation environment.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Existing code supports multiple room-count configurations.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This project first reproduces and studies the existing setup before adding the proposed curriculum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Existing MultiRoom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EXISTING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Task: traverse connected rooms and reach the goal.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Layouts are generated programmatically; MultiRoom is not based on a fixed CSV dataset.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Observation includes a 7×7×3 image representation, direction and mission.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Action space contains 7 discrete actions: left, right, forward, pickup, drop, toggle and done.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Doors connect rooms and may be open, closed or locked.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Successful completion receives a reward based on task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Existing Difficulty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EXISTING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MiniGrid provides separate MultiRoom environment IDs for different room counts.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MiniGrid-MultiRoom-N2-S4-v0 → 2-room configuration.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MiniGrid-MultiRoom-N4-S5-v1 → 4-room configuration.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MiniGrid-MultiRoom-N6-v0 → 6-room configuration.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existing environment does not automatically decide when to move from 2 → 4 → 6 rooms.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Automatic performance-driven progression is the proposed curriculum component.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Existing Source Code: MultiRoom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MultiRoomEnv is implemented as an existing Python environment class.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_gen_grid() generates the room layout and places the agent and goal.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_placeRoom() generates room positions and dimensions while maintaining connectivity.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source can be inspected, executed and used as the experimental environment.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proposed work does not replace MultiRoom; it adds a curriculum mechanism around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7. PPO: Existing RL Training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PPO stands for Proximal Policy Optimization.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It is an established policy-gradient reinforcement learning algorithm.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policy network produces an action distribution from the current observation.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Collected trajectories are used to estimate returns and advantages.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PPO uses a clipped objective to limit excessively large policy updates.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PPO is the baseline training algorithm; the curriculum manager is a separate control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19.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Success Rate – percentage of evaluation episodes in which the goal is reached.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Average Reward – mean reward obtained per episode.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Average Episode Steps – actions required to finish an episode.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Training Efficiency – performance achieved relative to environment interactions/timesteps.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Final Performance – performance on the target difficulty.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Generalization – performance on unseen/randomly generated layouts, if included.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13. Existing Agent: How It Moves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Manual control and RL control are different.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Manual control: a human presses keys to choose actions.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RL control: the trained PPO policy receives an observation and selects the action.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MiniGrid executes the action and returns a reward plus the next observation.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loop continues until the goal is reached or the episode times out.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No human keyboard input is required during trained-agent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14. Existing System – What We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EXISTING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Existing environment: Farama MiniGrid MultiRoom.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Existing RL method: PPO.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Existing resources include MiniGrid training examples and external RL implementations.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PPO can learn autonomous action selection within a selected MultiRoom configuration.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researcher/program currently selects the environment difficulty.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There is no verified built-in performance-driven 2→4→6 curriculum controller in MultiRoom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15.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Add a Curriculum Manager on top of the existing PPO + MultiRoom setup.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Start training at an easier room configuration.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Monitor agent performance over evaluation episodes.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If performance satisfies an experimentally defined promotion rule, switch to the next difficulty.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If performance is insufficient, continue training at the current level.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Continue until the target difficulty is reached.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16. Curriculum Manager 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PROPOSED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508760"/>
          </a:xfrm>
          <a:prstGeom prst="rect">
            <a:avLst/>
          </a:prstGeom>
          <a:solidFill>
            <a:srgbClr val="2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62456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COLLECT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Run evaluation episodes and record reward, success and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73152" cy="1508760"/>
          </a:xfrm>
          <a:prstGeom prst="rect">
            <a:avLst/>
          </a:prstGeom>
          <a:solidFill>
            <a:srgbClr val="2D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62456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EVALUATE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Aggregate recent performance and apply the promotion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234440"/>
            <a:ext cx="3474720" cy="150876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55864" y="1234440"/>
            <a:ext cx="73152" cy="150876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2" y="1362456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DECIDE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Ready → next level. Not ready → continue current level.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Example progression: 2 rooms → 4 rooms → 6 rooms.</a:t>
            </a:r>
          </a:p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Thresholds and evaluation-window sizes are research parameters to be tested, not universal fixed values.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17. Existing vs 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347472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3474720"/>
          </a:xfrm>
          <a:prstGeom prst="rect">
            <a:avLst/>
          </a:prstGeom>
          <a:solidFill>
            <a:srgbClr val="2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53895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EXISTING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MultiRoom + PPO
Researcher selects the level.
PPO automatically selects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347472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3474720"/>
          </a:xfrm>
          <a:prstGeom prst="rect">
            <a:avLst/>
          </a:prstGeom>
          <a:solidFill>
            <a:srgbClr val="2D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453895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PROPOSED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MultiRoom + PPO + Curriculum Manager
Performance is evaluated.
Difficulty progresses when ready.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Contribution: design and evaluate a performance-driven curriculum strategy rather than inventing a new RL algorithm.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20. 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Python – implementation and experiment control.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Farama MiniGrid – MultiRoom RL environment.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Gymnasium – standard environment API.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Stable-Baselines3 – PPO implementation and training utilities.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PyTorch – neural-network framework used underneath the RL implementation.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NumPy / Pandas / Matplotlib – logging, analysis and visualization.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Git/GitHub – version control and reproducible project organization.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21. Existing Resources &amp; Direct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Farama projects: https://farama.org/projects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MiniGrid GitHub: https://github.com/Farama-Foundation/Minigrid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MultiRoom documentation: https://minigrid.farama.org/main/environments/minigrid/MultiRoomEnv/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MultiRoom source: https://github.com/Farama-Foundation/Minigrid/blob/main/minigrid/envs/multiroom.py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MiniGrid training documentation: https://minigrid.farama.org/content/training/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PPO paper: https://arxiv.org/abs/1707.06347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RL starter files: https://github.com/lcswillems/rl-starter-files</a:t>
            </a:r>
          </a:p>
          <a:p>
            <a:pPr>
              <a:spcAft>
                <a:spcPts val="900"/>
              </a:spcAft>
              <a:defRPr sz="1600">
                <a:solidFill>
                  <a:srgbClr val="232A34"/>
                </a:solidFill>
              </a:defRPr>
            </a:pPr>
            <a:r>
              <a:t>Manual control source: https://github.com/Farama-Foundation/Minigrid/blob/main/minigrid/manual_control.py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23. Expected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6002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73152" cy="1234440"/>
          </a:xfrm>
          <a:prstGeom prst="rect">
            <a:avLst/>
          </a:prstGeom>
          <a:solidFill>
            <a:srgbClr val="2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28216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1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MultiRoom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600200"/>
            <a:ext cx="16002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1720" y="1600200"/>
            <a:ext cx="73152" cy="1234440"/>
          </a:xfrm>
          <a:prstGeom prst="rect">
            <a:avLst/>
          </a:prstGeom>
          <a:solidFill>
            <a:srgbClr val="2D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2888" y="1728216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2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PPO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00200"/>
            <a:ext cx="16002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600200"/>
            <a:ext cx="73152" cy="123444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7" y="1728216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3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600200"/>
            <a:ext cx="16002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1600200"/>
            <a:ext cx="73152" cy="1234440"/>
          </a:xfrm>
          <a:prstGeom prst="rect">
            <a:avLst/>
          </a:prstGeom>
          <a:solidFill>
            <a:srgbClr val="2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1728216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4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Curriculum 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600200"/>
            <a:ext cx="16002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79" y="1600200"/>
            <a:ext cx="73152" cy="1234440"/>
          </a:xfrm>
          <a:prstGeom prst="rect">
            <a:avLst/>
          </a:prstGeom>
          <a:solidFill>
            <a:srgbClr val="2D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728216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5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Next Level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600200"/>
            <a:ext cx="1600200" cy="1234440"/>
          </a:xfrm>
          <a:prstGeom prst="roundRect">
            <a:avLst/>
          </a:prstGeom>
          <a:solidFill>
            <a:srgbClr val="F2F6FC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9800" y="1600200"/>
            <a:ext cx="73152" cy="123444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30968" y="1728216"/>
            <a:ext cx="1234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82743"/>
                </a:solidFill>
              </a:rPr>
              <a:t>6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32A34"/>
                </a:solidFill>
              </a:rPr>
              <a:t>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37560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MultiRoom → PPO baseline → train agent → evaluate performance.</a:t>
            </a:r>
          </a:p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Log reward, success and episode steps.</a:t>
            </a:r>
          </a:p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Curriculum Manager reads recent metrics.</a:t>
            </a:r>
          </a:p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Manager selects the current difficulty.</a:t>
            </a:r>
          </a:p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Agent continues training; when ready, progress to the next room count.</a:t>
            </a:r>
          </a:p>
          <a:p>
            <a:pPr>
              <a:spcAft>
                <a:spcPts val="900"/>
              </a:spcAft>
              <a:defRPr sz="1700">
                <a:solidFill>
                  <a:srgbClr val="232A34"/>
                </a:solidFill>
              </a:defRPr>
            </a:pPr>
            <a:r>
              <a:t>Final experiments compare adaptive curriculum with baseline approaches.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24. Key Research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BED2F0"/>
                </a:solidFill>
              </a:rPr>
              <a:t>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project does not claim to create MiniGrid or PPO.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environment and PPO algorithm are established technologies.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contribution is a specific adaptive curriculum mechanism and its experimental evaluation.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mechanism connects measured learning progress to automatic difficulty progression.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The research evaluates whether adaptive progression improves learning efficiency and target-task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ED2F0"/>
                </a:solidFill>
              </a:rPr>
              <a:t>Adaptive Curriculum Learning for Autonomous Reinforcement Learning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51967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97382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1226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BHAVANA RAAVI</dc:creator>
  <cp:keywords/>
  <dc:description>generated using python-pptx</dc:description>
  <cp:lastModifiedBy>BHAVANA RAAVI</cp:lastModifiedBy>
  <cp:revision>2</cp:revision>
  <dcterms:created xsi:type="dcterms:W3CDTF">2013-01-27T09:14:16Z</dcterms:created>
  <dcterms:modified xsi:type="dcterms:W3CDTF">2026-09-18T03:10:15Z</dcterms:modified>
  <cp:category/>
</cp:coreProperties>
</file>